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869" autoAdjust="0"/>
    <p:restoredTop sz="94660"/>
  </p:normalViewPr>
  <p:slideViewPr>
    <p:cSldViewPr snapToGrid="0">
      <p:cViewPr varScale="1">
        <p:scale>
          <a:sx n="22" d="100"/>
          <a:sy n="22" d="100"/>
        </p:scale>
        <p:origin x="232" y="1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B5A88-2575-FD54-E7B8-2F5D6401F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8336FA-CBD9-C907-EE31-151DB5206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3C42AF-5872-ACFF-16E0-CE9F3F64F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5B46D3-CE67-3D13-AD08-E35472497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91CB0E-D24F-C6B0-9BE3-D7A014A65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4275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1F981-E77A-41CB-00BE-8000B2914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46B00A-3DC2-6D9D-6EDD-DE06B463F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BCA7AE-E526-1577-E298-80F5D0179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F8D969-4A7B-B6A5-AE04-D541C7E4C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684DFA-A650-F877-C817-95A695A1C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3442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1381D-399B-666C-F93A-63248495F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F6368C-D79A-15A7-8E9E-F863FFF3D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F48EC9-FEFE-223B-EF7D-1DF8366FC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4982F4-6FDF-5858-ED31-A6BD3739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4B9691-20E8-1CCF-3209-DCAC6A1A5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3447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5D36C-094A-7B71-0334-1C9769AEB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87105C-39B8-F702-2501-69AA15EFF0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7C0CCC-C428-145C-C444-6DF8456D8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A3F0D3-4D55-EDA7-B0E4-0D52BF7C1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7C4F8C-5CA9-DEBB-2989-DBB4844BB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BFF85F-F93D-1970-20DA-16EEA223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539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21C44-BD86-0846-7DDC-D9768E692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3A6003-8DCC-84AB-2659-D6F6FA2B0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DF87DAD-4E2D-2DED-3067-E3A2B8EDE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803E93-7158-56FD-0B74-DEA83B2690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8F254-9AFF-361F-4696-E7562E770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7094F73-5A64-5CD0-02C5-EB41C1094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4747629-BA79-CF7D-4705-19686B21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3DEEE01-2EBA-0E66-2598-D667DB0D7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5394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8B7CA-9285-A880-2570-09F2A5DC8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5360148-4D2A-F573-FD65-0F2F45E7A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FF00B72-4598-FC29-213C-E48E91E6C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8CCEB9D-B506-9709-A673-23F3FD66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7312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FE61EE9-155F-E9ED-16EF-1ECAB3BB0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E99C1B-842F-3F50-1538-9DE544FAF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FA6BCA-8891-E1AB-F9A2-B2A24515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6803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27600-3330-3963-F94C-5CB58BF1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47086B-ABDC-FDDA-59F1-58900F9C3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9E4A5D-33F8-2867-44D7-65B6EF210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CC6492-92C1-E80B-1BDD-04D38B734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128819-05BB-02C2-5641-153E092B8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39EEE3-C7FD-73A8-4C47-7DC5A917B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673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FD128A-BCF8-3C01-867F-7965E84D4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3FE91D2-E3B5-8CF2-E1A4-1FE0D0A7A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A40397C-6F03-2691-0FE4-FBB292FCD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FE40BE-A4D4-C51C-ED73-14F5C9087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CF691B-C919-8CB5-7EA7-C5D7D2A76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C1A508-9D47-DA45-66B3-BB160F4AC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8274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E1ED6-43F9-1495-A505-0CCA401A7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0FC084C-DE6A-9168-43CE-208ECF99F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D62AC7-2CDA-B319-D54F-78AF88FEC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381FF1-5368-A065-7589-C26C1D4A8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1C6BDB-58B5-2D48-EE1F-23A2FDE3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659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EA77D2-1AF6-EC62-3986-BD8DA56B6E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1083946-6B60-E785-F774-9F2F7538D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BAFAA1-D3DF-DE9C-BE4F-46D93361A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736E29-23CE-B444-1327-B211CFB08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29692C-932B-9E3F-73C9-12752923D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2318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3D0B46D-4639-125D-125A-B258E22CF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D6692A-383B-4CB8-A531-05675674F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14B160-C26B-C26E-8470-0973A41A02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B4B69-47B2-4ECF-A3AE-CF0EEEF29B46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B96163-D320-9879-AD60-8F28881CD6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43D0AB-7ADA-C1F6-C275-344348EC3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722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ructables.com/Raspberry-Pi-LED-Blin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83352B9-AA19-0CA8-9C50-A5BB26DD6C5D}"/>
              </a:ext>
            </a:extLst>
          </p:cNvPr>
          <p:cNvSpPr txBox="1"/>
          <p:nvPr/>
        </p:nvSpPr>
        <p:spPr>
          <a:xfrm>
            <a:off x="2994454" y="963827"/>
            <a:ext cx="62030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/>
              <a:t>Projeto </a:t>
            </a:r>
            <a:r>
              <a:rPr lang="pt-BR" sz="6000" dirty="0" err="1"/>
              <a:t>Blink</a:t>
            </a:r>
            <a:endParaRPr lang="pt-BR" sz="60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F6C9F02-987C-27E3-F721-984BD48C90D4}"/>
              </a:ext>
            </a:extLst>
          </p:cNvPr>
          <p:cNvSpPr txBox="1"/>
          <p:nvPr/>
        </p:nvSpPr>
        <p:spPr>
          <a:xfrm>
            <a:off x="1381897" y="2671468"/>
            <a:ext cx="94282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 err="1"/>
              <a:t>Raspberry</a:t>
            </a:r>
            <a:r>
              <a:rPr lang="pt-BR" sz="4000" dirty="0"/>
              <a:t> pi</a:t>
            </a:r>
          </a:p>
          <a:p>
            <a:pPr algn="ctr"/>
            <a:r>
              <a:rPr lang="pt-BR" sz="2000" dirty="0">
                <a:hlinkClick r:id="rId2"/>
              </a:rPr>
              <a:t>https://www.instructables.com/Raspberry-Pi-LED-Blink/</a:t>
            </a:r>
            <a:endParaRPr lang="pt-BR" sz="2000" dirty="0"/>
          </a:p>
          <a:p>
            <a:pPr algn="ctr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967211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3036F54-9DB4-03BC-ACBE-EFA01A16C7C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93" t="25709" r="25463" b="28761"/>
          <a:stretch/>
        </p:blipFill>
        <p:spPr>
          <a:xfrm>
            <a:off x="736600" y="744826"/>
            <a:ext cx="10718800" cy="513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815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6D4DF7C-76F2-58FA-DC4C-06BB835561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94" t="20915" r="33769" b="3443"/>
          <a:stretch/>
        </p:blipFill>
        <p:spPr>
          <a:xfrm>
            <a:off x="914400" y="521793"/>
            <a:ext cx="4555066" cy="581440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26B585C-0130-05DC-A760-D8F02ACA3728}"/>
              </a:ext>
            </a:extLst>
          </p:cNvPr>
          <p:cNvSpPr txBox="1"/>
          <p:nvPr/>
        </p:nvSpPr>
        <p:spPr>
          <a:xfrm>
            <a:off x="6299200" y="2197892"/>
            <a:ext cx="49784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>
                <a:sym typeface="Wingdings" pitchFamily="2" charset="2"/>
              </a:rPr>
              <a:t>OBS: Tome o cuidado de observar a parte maior interiormente do led, para a partir disso saber quem será o terra (GND).</a:t>
            </a:r>
          </a:p>
          <a:p>
            <a:endParaRPr lang="pt-BR" sz="2200" dirty="0">
              <a:sym typeface="Wingdings" pitchFamily="2" charset="2"/>
            </a:endParaRPr>
          </a:p>
          <a:p>
            <a:r>
              <a:rPr lang="pt-BR" sz="2200" dirty="0">
                <a:sym typeface="Wingdings" pitchFamily="2" charset="2"/>
              </a:rPr>
              <a:t>Maior parte interna do led  GND</a:t>
            </a:r>
          </a:p>
          <a:p>
            <a:r>
              <a:rPr lang="pt-BR" sz="2200" dirty="0">
                <a:sym typeface="Wingdings" pitchFamily="2" charset="2"/>
              </a:rPr>
              <a:t>a menor parte interna do led  5V/3.3V/GPIO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3819091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3CE5E54-6B17-F2EA-2D7E-4E5FA4C859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22" t="26492" r="12201" b="20523"/>
          <a:stretch/>
        </p:blipFill>
        <p:spPr>
          <a:xfrm>
            <a:off x="1084850" y="1295400"/>
            <a:ext cx="10022300" cy="42672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958CC5B-750F-CC1F-2CB6-7E0F1DCC136D}"/>
              </a:ext>
            </a:extLst>
          </p:cNvPr>
          <p:cNvSpPr txBox="1"/>
          <p:nvPr/>
        </p:nvSpPr>
        <p:spPr>
          <a:xfrm>
            <a:off x="1084850" y="5777132"/>
            <a:ext cx="10022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 err="1"/>
              <a:t>sudo</a:t>
            </a:r>
            <a:r>
              <a:rPr lang="pt-BR" sz="2200" dirty="0"/>
              <a:t> </a:t>
            </a:r>
            <a:r>
              <a:rPr lang="pt-BR" sz="2200" dirty="0" err="1"/>
              <a:t>apt-get</a:t>
            </a:r>
            <a:r>
              <a:rPr lang="pt-BR" sz="2200" dirty="0"/>
              <a:t> </a:t>
            </a:r>
            <a:r>
              <a:rPr lang="pt-BR" sz="2200" dirty="0" err="1"/>
              <a:t>install</a:t>
            </a:r>
            <a:r>
              <a:rPr lang="pt-BR" sz="2200" dirty="0"/>
              <a:t> python3</a:t>
            </a:r>
          </a:p>
          <a:p>
            <a:r>
              <a:rPr lang="pt-BR" sz="2200" dirty="0" err="1"/>
              <a:t>sudo</a:t>
            </a:r>
            <a:r>
              <a:rPr lang="pt-BR" sz="2200" dirty="0"/>
              <a:t> </a:t>
            </a:r>
            <a:r>
              <a:rPr lang="pt-BR" sz="2200" dirty="0" err="1"/>
              <a:t>apt-get</a:t>
            </a:r>
            <a:r>
              <a:rPr lang="pt-BR" sz="2200" dirty="0"/>
              <a:t> </a:t>
            </a:r>
            <a:r>
              <a:rPr lang="pt-BR" sz="2200" dirty="0" err="1"/>
              <a:t>install</a:t>
            </a:r>
            <a:r>
              <a:rPr lang="pt-BR" sz="2200" dirty="0"/>
              <a:t> </a:t>
            </a:r>
            <a:r>
              <a:rPr lang="pt-BR" sz="2200" dirty="0" err="1"/>
              <a:t>python</a:t>
            </a:r>
            <a:endParaRPr lang="pt-BR" sz="22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50D99E-F4A6-051F-B15E-56F0C1D3A7A1}"/>
              </a:ext>
            </a:extLst>
          </p:cNvPr>
          <p:cNvSpPr txBox="1"/>
          <p:nvPr/>
        </p:nvSpPr>
        <p:spPr>
          <a:xfrm>
            <a:off x="2489758" y="311427"/>
            <a:ext cx="72124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/>
              <a:t>Esse procedimento deverá ser realizado dentro do terminal do </a:t>
            </a:r>
            <a:r>
              <a:rPr lang="pt-BR" sz="2200" dirty="0" err="1"/>
              <a:t>Raspberry</a:t>
            </a:r>
            <a:r>
              <a:rPr lang="pt-BR" sz="2200" dirty="0"/>
              <a:t> pi</a:t>
            </a:r>
          </a:p>
        </p:txBody>
      </p:sp>
    </p:spTree>
    <p:extLst>
      <p:ext uri="{BB962C8B-B14F-4D97-AF65-F5344CB8AC3E}">
        <p14:creationId xmlns:p14="http://schemas.microsoft.com/office/powerpoint/2010/main" val="2354510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CE8A392-9AFD-B79E-939B-AAF01A862404}"/>
              </a:ext>
            </a:extLst>
          </p:cNvPr>
          <p:cNvSpPr txBox="1"/>
          <p:nvPr/>
        </p:nvSpPr>
        <p:spPr>
          <a:xfrm>
            <a:off x="728133" y="389467"/>
            <a:ext cx="108034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/>
              <a:t>Ainda dentro do terminal, digite: </a:t>
            </a:r>
            <a:r>
              <a:rPr lang="pt-BR" sz="2200" dirty="0" err="1"/>
              <a:t>sudo</a:t>
            </a:r>
            <a:r>
              <a:rPr lang="pt-BR" sz="2200" dirty="0"/>
              <a:t> nano </a:t>
            </a:r>
            <a:r>
              <a:rPr lang="pt-BR" sz="2200" dirty="0" err="1"/>
              <a:t>nome_do_arquivo.py</a:t>
            </a:r>
            <a:r>
              <a:rPr lang="pt-BR" sz="2200" dirty="0"/>
              <a:t>. E comece a programar esse a programar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C42D42C-1CB9-BE41-D83E-6265B97CFB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22" t="15620" r="55773" b="45272"/>
          <a:stretch/>
        </p:blipFill>
        <p:spPr>
          <a:xfrm>
            <a:off x="728133" y="1251465"/>
            <a:ext cx="6094586" cy="435506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67CB666-B067-6711-28E4-C0AA5A4E77A4}"/>
              </a:ext>
            </a:extLst>
          </p:cNvPr>
          <p:cNvSpPr txBox="1"/>
          <p:nvPr/>
        </p:nvSpPr>
        <p:spPr>
          <a:xfrm>
            <a:off x="7399867" y="2228670"/>
            <a:ext cx="372533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/>
              <a:t>Após digitar o código contido na imagem ao lado, salve e para executar o programa digite no terminal: </a:t>
            </a:r>
            <a:r>
              <a:rPr lang="pt-BR" sz="2200" dirty="0" err="1"/>
              <a:t>python</a:t>
            </a:r>
            <a:r>
              <a:rPr lang="pt-BR" sz="2200" dirty="0"/>
              <a:t> </a:t>
            </a:r>
            <a:r>
              <a:rPr lang="pt-BR" sz="2200" dirty="0" err="1"/>
              <a:t>nome_do_arquivo.py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41498832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130</Words>
  <Application>Microsoft Macintosh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Hiram Amaral</dc:creator>
  <cp:lastModifiedBy>Thiago Amaral</cp:lastModifiedBy>
  <cp:revision>5</cp:revision>
  <dcterms:created xsi:type="dcterms:W3CDTF">2022-12-19T12:59:16Z</dcterms:created>
  <dcterms:modified xsi:type="dcterms:W3CDTF">2022-12-21T20:25:38Z</dcterms:modified>
</cp:coreProperties>
</file>