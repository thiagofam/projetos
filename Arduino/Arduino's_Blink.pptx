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63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647" autoAdjust="0"/>
    <p:restoredTop sz="94660"/>
  </p:normalViewPr>
  <p:slideViewPr>
    <p:cSldViewPr snapToGrid="0">
      <p:cViewPr varScale="1">
        <p:scale>
          <a:sx n="98" d="100"/>
          <a:sy n="98" d="100"/>
        </p:scale>
        <p:origin x="4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1B5A88-2575-FD54-E7B8-2F5D6401F9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8336FA-CBD9-C907-EE31-151DB52065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83C42AF-5872-ACFF-16E0-CE9F3F64F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B4B69-47B2-4ECF-A3AE-CF0EEEF29B46}" type="datetimeFigureOut">
              <a:rPr lang="pt-BR" smtClean="0"/>
              <a:t>21/12/2022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45B46D3-CE67-3D13-AD08-E35472497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91CB0E-D24F-C6B0-9BE3-D7A014A65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892DA-874C-415D-B8FB-1CADE3D828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4275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1F981-E77A-41CB-00BE-8000B2914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46B00A-3DC2-6D9D-6EDD-DE06B463F2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DBCA7AE-E526-1577-E298-80F5D0179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B4B69-47B2-4ECF-A3AE-CF0EEEF29B46}" type="datetimeFigureOut">
              <a:rPr lang="pt-BR" smtClean="0"/>
              <a:t>21/12/2022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BF8D969-4A7B-B6A5-AE04-D541C7E4C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8684DFA-A650-F877-C817-95A695A1C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892DA-874C-415D-B8FB-1CADE3D828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3442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A1381D-399B-666C-F93A-63248495F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7F6368C-D79A-15A7-8E9E-F863FFF3D5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3F48EC9-FEFE-223B-EF7D-1DF8366FC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B4B69-47B2-4ECF-A3AE-CF0EEEF29B46}" type="datetimeFigureOut">
              <a:rPr lang="pt-BR" smtClean="0"/>
              <a:t>21/12/2022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D4982F4-6FDF-5858-ED31-A6BD37391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14B9691-20E8-1CCF-3209-DCAC6A1A5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892DA-874C-415D-B8FB-1CADE3D828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3447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C5D36C-094A-7B71-0334-1C9769AEB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C87105C-39B8-F702-2501-69AA15EFF0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87C0CCC-C428-145C-C444-6DF8456D8C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8A3F0D3-4D55-EDA7-B0E4-0D52BF7C1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B4B69-47B2-4ECF-A3AE-CF0EEEF29B46}" type="datetimeFigureOut">
              <a:rPr lang="pt-BR" smtClean="0"/>
              <a:t>21/12/2022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27C4F8C-5CA9-DEBB-2989-DBB4844BB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1BFF85F-F93D-1970-20DA-16EEA2237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892DA-874C-415D-B8FB-1CADE3D828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539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E21C44-BD86-0846-7DDC-D9768E692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A3A6003-8DCC-84AB-2659-D6F6FA2B0E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DF87DAD-4E2D-2DED-3067-E3A2B8EDE0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8803E93-7158-56FD-0B74-DEA83B2690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3F8F254-9AFF-361F-4696-E7562E770E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7094F73-5A64-5CD0-02C5-EB41C1094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B4B69-47B2-4ECF-A3AE-CF0EEEF29B46}" type="datetimeFigureOut">
              <a:rPr lang="pt-BR" smtClean="0"/>
              <a:t>21/12/2022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4747629-BA79-CF7D-4705-19686B212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3DEEE01-2EBA-0E66-2598-D667DB0D7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892DA-874C-415D-B8FB-1CADE3D828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5394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A8B7CA-9285-A880-2570-09F2A5DC8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5360148-4D2A-F573-FD65-0F2F45E7A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B4B69-47B2-4ECF-A3AE-CF0EEEF29B46}" type="datetimeFigureOut">
              <a:rPr lang="pt-BR" smtClean="0"/>
              <a:t>21/12/2022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FF00B72-4598-FC29-213C-E48E91E6C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8CCEB9D-B506-9709-A673-23F3FD662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892DA-874C-415D-B8FB-1CADE3D828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7312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FE61EE9-155F-E9ED-16EF-1ECAB3BB0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B4B69-47B2-4ECF-A3AE-CF0EEEF29B46}" type="datetimeFigureOut">
              <a:rPr lang="pt-BR" smtClean="0"/>
              <a:t>21/12/2022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4E99C1B-842F-3F50-1538-9DE544FAF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6FA6BCA-8891-E1AB-F9A2-B2A24515D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892DA-874C-415D-B8FB-1CADE3D828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6803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C27600-3330-3963-F94C-5CB58BF1C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47086B-ABDC-FDDA-59F1-58900F9C3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9E4A5D-33F8-2867-44D7-65B6EF210B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2CC6492-92C1-E80B-1BDD-04D38B734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B4B69-47B2-4ECF-A3AE-CF0EEEF29B46}" type="datetimeFigureOut">
              <a:rPr lang="pt-BR" smtClean="0"/>
              <a:t>21/12/2022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F128819-05BB-02C2-5641-153E092B8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239EEE3-C7FD-73A8-4C47-7DC5A917B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892DA-874C-415D-B8FB-1CADE3D828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6673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FD128A-BCF8-3C01-867F-7965E84D4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3FE91D2-E3B5-8CF2-E1A4-1FE0D0A7A4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A40397C-6F03-2691-0FE4-FBB292FCD3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FFE40BE-A4D4-C51C-ED73-14F5C9087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B4B69-47B2-4ECF-A3AE-CF0EEEF29B46}" type="datetimeFigureOut">
              <a:rPr lang="pt-BR" smtClean="0"/>
              <a:t>21/12/2022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FCF691B-C919-8CB5-7EA7-C5D7D2A76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FC1A508-9D47-DA45-66B3-BB160F4AC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892DA-874C-415D-B8FB-1CADE3D828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8274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1E1ED6-43F9-1495-A505-0CCA401A7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0FC084C-DE6A-9168-43CE-208ECF99F9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BD62AC7-2CDA-B319-D54F-78AF88FEC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B4B69-47B2-4ECF-A3AE-CF0EEEF29B46}" type="datetimeFigureOut">
              <a:rPr lang="pt-BR" smtClean="0"/>
              <a:t>21/12/2022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2381FF1-5368-A065-7589-C26C1D4A8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1C6BDB-58B5-2D48-EE1F-23A2FDE38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892DA-874C-415D-B8FB-1CADE3D828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6596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7EA77D2-1AF6-EC62-3986-BD8DA56B6E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1083946-6B60-E785-F774-9F2F7538DB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BAFAA1-D3DF-DE9C-BE4F-46D93361A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B4B69-47B2-4ECF-A3AE-CF0EEEF29B46}" type="datetimeFigureOut">
              <a:rPr lang="pt-BR" smtClean="0"/>
              <a:t>21/12/2022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9736E29-23CE-B444-1327-B211CFB08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829692C-932B-9E3F-73C9-12752923D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892DA-874C-415D-B8FB-1CADE3D828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2318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3D0B46D-4639-125D-125A-B258E22CF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3D6692A-383B-4CB8-A531-05675674F4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A14B160-C26B-C26E-8470-0973A41A02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AB4B69-47B2-4ECF-A3AE-CF0EEEF29B46}" type="datetimeFigureOut">
              <a:rPr lang="pt-BR" smtClean="0"/>
              <a:t>21/12/2022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3B96163-D320-9879-AD60-8F28881CD6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243D0AB-7ADA-C1F6-C275-344348EC3D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7892DA-874C-415D-B8FB-1CADE3D828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7222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rduino.cc/en/Tutorial/BuiltInExamples/Blin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083352B9-AA19-0CA8-9C50-A5BB26DD6C5D}"/>
              </a:ext>
            </a:extLst>
          </p:cNvPr>
          <p:cNvSpPr txBox="1"/>
          <p:nvPr/>
        </p:nvSpPr>
        <p:spPr>
          <a:xfrm>
            <a:off x="2994454" y="963827"/>
            <a:ext cx="62030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dirty="0"/>
              <a:t>Projeto </a:t>
            </a:r>
            <a:r>
              <a:rPr lang="pt-BR" sz="6000" dirty="0" err="1"/>
              <a:t>Blink</a:t>
            </a:r>
            <a:endParaRPr lang="pt-BR" sz="60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F6C9F02-987C-27E3-F721-984BD48C90D4}"/>
              </a:ext>
            </a:extLst>
          </p:cNvPr>
          <p:cNvSpPr txBox="1"/>
          <p:nvPr/>
        </p:nvSpPr>
        <p:spPr>
          <a:xfrm>
            <a:off x="1381897" y="2671468"/>
            <a:ext cx="942820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/>
              <a:t>Arduino UNO</a:t>
            </a:r>
          </a:p>
          <a:p>
            <a:pPr algn="ctr"/>
            <a:r>
              <a:rPr lang="pt-BR" sz="2000" dirty="0">
                <a:hlinkClick r:id="rId2"/>
              </a:rPr>
              <a:t>https://www.arduino.cc/en/Tutorial/BuiltInExamples/Blink</a:t>
            </a:r>
            <a:endParaRPr lang="pt-BR" sz="2000" dirty="0"/>
          </a:p>
          <a:p>
            <a:pPr algn="ctr"/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967211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9FB4571-E65F-C8A3-0E37-FC3716EEA42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38" t="33978" r="9346" b="19478"/>
          <a:stretch/>
        </p:blipFill>
        <p:spPr>
          <a:xfrm>
            <a:off x="248924" y="681978"/>
            <a:ext cx="11694152" cy="5494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815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8F8B12D-9093-6642-E73F-2280821BF35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88" t="37647" r="16789" b="18308"/>
          <a:stretch/>
        </p:blipFill>
        <p:spPr>
          <a:xfrm>
            <a:off x="155457" y="751114"/>
            <a:ext cx="6194601" cy="496388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BF6751E6-08DD-5D42-AD7B-4143AC41C85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160" t="39426" r="27171" b="16526"/>
          <a:stretch/>
        </p:blipFill>
        <p:spPr>
          <a:xfrm>
            <a:off x="5928799" y="751114"/>
            <a:ext cx="5599171" cy="4091980"/>
          </a:xfrm>
          <a:prstGeom prst="rect">
            <a:avLst/>
          </a:prstGeom>
        </p:spPr>
      </p:pic>
      <p:sp>
        <p:nvSpPr>
          <p:cNvPr id="9" name="Seta para a Direita 8">
            <a:extLst>
              <a:ext uri="{FF2B5EF4-FFF2-40B4-BE49-F238E27FC236}">
                <a16:creationId xmlns:a16="http://schemas.microsoft.com/office/drawing/2014/main" id="{DA4F4738-1516-AFBE-6766-F220FCFB6D18}"/>
              </a:ext>
            </a:extLst>
          </p:cNvPr>
          <p:cNvSpPr/>
          <p:nvPr/>
        </p:nvSpPr>
        <p:spPr>
          <a:xfrm>
            <a:off x="10058399" y="-832757"/>
            <a:ext cx="1469572" cy="5715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4CB31D5-E788-2B27-CFA0-3A509FE55E03}"/>
              </a:ext>
            </a:extLst>
          </p:cNvPr>
          <p:cNvSpPr txBox="1"/>
          <p:nvPr/>
        </p:nvSpPr>
        <p:spPr>
          <a:xfrm>
            <a:off x="1828800" y="5045529"/>
            <a:ext cx="89643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No uno, o preto esta conectado ao GND, e o vermelho conecta-se ao GPIO 13.</a:t>
            </a:r>
          </a:p>
          <a:p>
            <a:r>
              <a:rPr lang="pt-BR" dirty="0"/>
              <a:t>Na protoboard, o mesmo vermelho faz ligação com o resistor de 220 ohm, do resistor a ligação segue para o ânodo e volta pelo preto que volta pelo preto para o GND</a:t>
            </a:r>
          </a:p>
        </p:txBody>
      </p:sp>
    </p:spTree>
    <p:extLst>
      <p:ext uri="{BB962C8B-B14F-4D97-AF65-F5344CB8AC3E}">
        <p14:creationId xmlns:p14="http://schemas.microsoft.com/office/powerpoint/2010/main" val="3819091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7598E1EF-46D5-11DE-11A3-B1D3CA042ED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653" t="31849" r="14986" b="21093"/>
          <a:stretch/>
        </p:blipFill>
        <p:spPr>
          <a:xfrm>
            <a:off x="526557" y="359228"/>
            <a:ext cx="11138885" cy="6139543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4F928AE7-6E0C-9BEA-727C-02D087D84E78}"/>
              </a:ext>
            </a:extLst>
          </p:cNvPr>
          <p:cNvSpPr txBox="1"/>
          <p:nvPr/>
        </p:nvSpPr>
        <p:spPr>
          <a:xfrm>
            <a:off x="8588829" y="277587"/>
            <a:ext cx="316774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Código que ira rodar o </a:t>
            </a:r>
            <a:r>
              <a:rPr lang="pt-BR" dirty="0" err="1"/>
              <a:t>blink</a:t>
            </a:r>
            <a:r>
              <a:rPr lang="pt-BR" dirty="0"/>
              <a:t>:</a:t>
            </a:r>
          </a:p>
          <a:p>
            <a:endParaRPr lang="pt-BR" dirty="0"/>
          </a:p>
          <a:p>
            <a:r>
              <a:rPr lang="pt-BR" dirty="0"/>
              <a:t>Se não lembrar de como define variáveis, pesquise ou entenda no código feito por mim, disponível no </a:t>
            </a:r>
            <a:r>
              <a:rPr lang="pt-BR" dirty="0" err="1"/>
              <a:t>github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5451010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98</Words>
  <Application>Microsoft Macintosh PowerPoint</Application>
  <PresentationFormat>Widescreen</PresentationFormat>
  <Paragraphs>8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Hiram Amaral</dc:creator>
  <cp:lastModifiedBy>Thiago Amaral</cp:lastModifiedBy>
  <cp:revision>3</cp:revision>
  <dcterms:created xsi:type="dcterms:W3CDTF">2022-12-19T12:59:16Z</dcterms:created>
  <dcterms:modified xsi:type="dcterms:W3CDTF">2022-12-21T18:06:55Z</dcterms:modified>
</cp:coreProperties>
</file>